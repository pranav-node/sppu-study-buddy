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oAA8zowI4SFLClokAm3O9JVFK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9" Type="http://customschemas.google.com/relationships/presentationmetadata" Target="meta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AEAE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subTitle" idx="1"/>
          </p:nvPr>
        </p:nvSpPr>
        <p:spPr>
          <a:xfrm>
            <a:off x="351900" y="1432325"/>
            <a:ext cx="8440200" cy="3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 dirty="0">
                <a:solidFill>
                  <a:srgbClr val="C00000"/>
                </a:solidFill>
                <a:latin typeface="Georgia"/>
                <a:ea typeface="Georgia"/>
                <a:cs typeface="Georgia"/>
                <a:sym typeface="Georgia"/>
              </a:rPr>
              <a:t>Project Title: </a:t>
            </a:r>
            <a:endParaRPr sz="2000" dirty="0">
              <a:solidFill>
                <a:srgbClr val="C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50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50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50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 dirty="0">
                <a:solidFill>
                  <a:srgbClr val="002060"/>
                </a:solidFill>
                <a:latin typeface="Georgia"/>
                <a:ea typeface="Georgia"/>
                <a:cs typeface="Georgia"/>
                <a:sym typeface="Georgia"/>
              </a:rPr>
              <a:t>Group No.:</a:t>
            </a:r>
            <a:endParaRPr sz="1800" dirty="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500" dirty="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500" dirty="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 dirty="0">
                <a:solidFill>
                  <a:srgbClr val="6600CC"/>
                </a:solidFill>
                <a:latin typeface="Georgia"/>
                <a:ea typeface="Georgia"/>
                <a:cs typeface="Georgia"/>
                <a:sym typeface="Georgia"/>
              </a:rPr>
              <a:t>Group Members with Roll Number &amp; Div</a:t>
            </a:r>
            <a:endParaRPr sz="1800" dirty="0">
              <a:solidFill>
                <a:srgbClr val="6600C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3716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endParaRPr sz="1500" dirty="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3716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endParaRPr sz="1500" dirty="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3716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endParaRPr sz="1500" dirty="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3716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endParaRPr sz="1500" dirty="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500" dirty="0">
              <a:solidFill>
                <a:srgbClr val="00206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Project Guide</a:t>
            </a:r>
            <a:endParaRPr sz="1800" dirty="0">
              <a:solidFill>
                <a:srgbClr val="99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&lt;Name&gt;</a:t>
            </a:r>
            <a:endParaRPr sz="1800" dirty="0">
              <a:solidFill>
                <a:srgbClr val="99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735724" y="173920"/>
            <a:ext cx="7619935" cy="1139115"/>
            <a:chOff x="1483851" y="112275"/>
            <a:chExt cx="6404700" cy="1114500"/>
          </a:xfrm>
        </p:grpSpPr>
        <p:sp>
          <p:nvSpPr>
            <p:cNvPr id="56" name="Google Shape;56;p1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57;p1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 – I 2026-27</a:t>
              </a:r>
              <a:endParaRPr sz="1600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58" name="Google Shape;58;p1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9633" y="283150"/>
            <a:ext cx="810362" cy="83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28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44125" y="1764079"/>
            <a:ext cx="7070400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Problem Statement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Motivation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2400" b="0" i="0" u="none" strike="noStrike" cap="none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400" b="0" i="0" u="none" strike="noStrike" cap="none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Literature Survey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Project Overview</a:t>
            </a: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28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44125" y="1764079"/>
            <a:ext cx="7070400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Problem Statement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Motivation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2400" b="0" i="0" u="none" strike="noStrike" cap="none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400" b="0" i="0" u="none" strike="noStrike" cap="none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Literature Survey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C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Project Overview</a:t>
            </a: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Aparajita</vt:lpstr>
      <vt:lpstr>Arial</vt:lpstr>
      <vt:lpstr>Georgia</vt:lpstr>
      <vt:lpstr>Times New Roman</vt:lpstr>
      <vt:lpstr>Simple Light</vt:lpstr>
      <vt:lpstr>PowerPoint Presentation</vt:lpstr>
      <vt:lpstr>Contents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Administrator</cp:lastModifiedBy>
  <cp:revision>1</cp:revision>
  <dcterms:modified xsi:type="dcterms:W3CDTF">2026-08-03T10:16:27Z</dcterms:modified>
</cp:coreProperties>
</file>